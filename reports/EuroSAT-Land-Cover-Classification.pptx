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Wael" userId="cf7d81aafa8f456f" providerId="LiveId" clId="{526C6DC9-8CAC-417B-9CED-3580957C3220}"/>
    <pc:docChg chg="undo redo custSel addSld delSld modSld">
      <pc:chgData name="Mohamed Wael" userId="cf7d81aafa8f456f" providerId="LiveId" clId="{526C6DC9-8CAC-417B-9CED-3580957C3220}" dt="2026-07-10T20:45:52.335" v="1131" actId="1035"/>
      <pc:docMkLst>
        <pc:docMk/>
      </pc:docMkLst>
      <pc:sldChg chg="addSp delSp modSp mod">
        <pc:chgData name="Mohamed Wael" userId="cf7d81aafa8f456f" providerId="LiveId" clId="{526C6DC9-8CAC-417B-9CED-3580957C3220}" dt="2026-07-10T20:43:38.211" v="1124" actId="1076"/>
        <pc:sldMkLst>
          <pc:docMk/>
          <pc:sldMk cId="0" sldId="256"/>
        </pc:sldMkLst>
        <pc:spChg chg="mod">
          <ac:chgData name="Mohamed Wael" userId="cf7d81aafa8f456f" providerId="LiveId" clId="{526C6DC9-8CAC-417B-9CED-3580957C3220}" dt="2026-07-10T20:43:38.211" v="1124" actId="1076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20:43:01.171" v="1113" actId="478"/>
          <ac:spMkLst>
            <pc:docMk/>
            <pc:sldMk cId="0" sldId="256"/>
            <ac:spMk id="4" creationId="{00000000-0000-0000-0000-000000000000}"/>
          </ac:spMkLst>
        </pc:spChg>
        <pc:picChg chg="mod">
          <ac:chgData name="Mohamed Wael" userId="cf7d81aafa8f456f" providerId="LiveId" clId="{526C6DC9-8CAC-417B-9CED-3580957C3220}" dt="2026-07-10T20:43:31.681" v="1123" actId="14100"/>
          <ac:picMkLst>
            <pc:docMk/>
            <pc:sldMk cId="0" sldId="256"/>
            <ac:picMk id="2" creationId="{00000000-0000-0000-0000-000000000000}"/>
          </ac:picMkLst>
        </pc:picChg>
        <pc:picChg chg="add mod">
          <ac:chgData name="Mohamed Wael" userId="cf7d81aafa8f456f" providerId="LiveId" clId="{526C6DC9-8CAC-417B-9CED-3580957C3220}" dt="2026-07-10T14:21:48.057" v="14" actId="1076"/>
          <ac:picMkLst>
            <pc:docMk/>
            <pc:sldMk cId="0" sldId="256"/>
            <ac:picMk id="6" creationId="{11BBFAD1-BFED-45F3-A64D-3B57002D7FF4}"/>
          </ac:picMkLst>
        </pc:picChg>
      </pc:sldChg>
      <pc:sldChg chg="addSp modSp mod">
        <pc:chgData name="Mohamed Wael" userId="cf7d81aafa8f456f" providerId="LiveId" clId="{526C6DC9-8CAC-417B-9CED-3580957C3220}" dt="2026-07-10T14:21:38.413" v="12" actId="1076"/>
        <pc:sldMkLst>
          <pc:docMk/>
          <pc:sldMk cId="0" sldId="257"/>
        </pc:sldMkLst>
        <pc:spChg chg="mod">
          <ac:chgData name="Mohamed Wael" userId="cf7d81aafa8f456f" providerId="LiveId" clId="{526C6DC9-8CAC-417B-9CED-3580957C3220}" dt="2026-07-10T14:21:13.011" v="10" actId="20577"/>
          <ac:spMkLst>
            <pc:docMk/>
            <pc:sldMk cId="0" sldId="257"/>
            <ac:spMk id="5" creationId="{00000000-0000-0000-0000-000000000000}"/>
          </ac:spMkLst>
        </pc:spChg>
        <pc:picChg chg="add mod">
          <ac:chgData name="Mohamed Wael" userId="cf7d81aafa8f456f" providerId="LiveId" clId="{526C6DC9-8CAC-417B-9CED-3580957C3220}" dt="2026-07-10T14:21:38.413" v="12" actId="1076"/>
          <ac:picMkLst>
            <pc:docMk/>
            <pc:sldMk cId="0" sldId="257"/>
            <ac:picMk id="9" creationId="{5CA06588-0587-4C56-B0C5-944A98CD5E02}"/>
          </ac:picMkLst>
        </pc:picChg>
      </pc:sldChg>
      <pc:sldChg chg="addSp delSp modSp mod">
        <pc:chgData name="Mohamed Wael" userId="cf7d81aafa8f456f" providerId="LiveId" clId="{526C6DC9-8CAC-417B-9CED-3580957C3220}" dt="2026-07-10T19:57:05.095" v="685" actId="404"/>
        <pc:sldMkLst>
          <pc:docMk/>
          <pc:sldMk cId="0" sldId="258"/>
        </pc:sldMkLst>
        <pc:spChg chg="mod">
          <ac:chgData name="Mohamed Wael" userId="cf7d81aafa8f456f" providerId="LiveId" clId="{526C6DC9-8CAC-417B-9CED-3580957C3220}" dt="2026-07-10T14:22:38.314" v="39" actId="403"/>
          <ac:spMkLst>
            <pc:docMk/>
            <pc:sldMk cId="0" sldId="258"/>
            <ac:spMk id="2" creationId="{00000000-0000-0000-0000-000000000000}"/>
          </ac:spMkLst>
        </pc:spChg>
        <pc:spChg chg="add del mod">
          <ac:chgData name="Mohamed Wael" userId="cf7d81aafa8f456f" providerId="LiveId" clId="{526C6DC9-8CAC-417B-9CED-3580957C3220}" dt="2026-07-10T19:41:34.406" v="144" actId="14100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19:53:32.605" v="642" actId="478"/>
          <ac:spMkLst>
            <pc:docMk/>
            <pc:sldMk cId="0" sldId="258"/>
            <ac:spMk id="4" creationId="{00000000-0000-0000-0000-000000000000}"/>
          </ac:spMkLst>
        </pc:spChg>
        <pc:spChg chg="add del">
          <ac:chgData name="Mohamed Wael" userId="cf7d81aafa8f456f" providerId="LiveId" clId="{526C6DC9-8CAC-417B-9CED-3580957C3220}" dt="2026-07-10T19:40:09.071" v="95"/>
          <ac:spMkLst>
            <pc:docMk/>
            <pc:sldMk cId="0" sldId="258"/>
            <ac:spMk id="6" creationId="{6583B076-46BE-441F-8BD7-DFE72FFF3C5B}"/>
          </ac:spMkLst>
        </pc:spChg>
        <pc:spChg chg="add del mod">
          <ac:chgData name="Mohamed Wael" userId="cf7d81aafa8f456f" providerId="LiveId" clId="{526C6DC9-8CAC-417B-9CED-3580957C3220}" dt="2026-07-10T19:40:40.133" v="104" actId="767"/>
          <ac:spMkLst>
            <pc:docMk/>
            <pc:sldMk cId="0" sldId="258"/>
            <ac:spMk id="8" creationId="{52240869-0BDB-4F5C-BF32-EA6B08CFD18D}"/>
          </ac:spMkLst>
        </pc:spChg>
        <pc:spChg chg="add del">
          <ac:chgData name="Mohamed Wael" userId="cf7d81aafa8f456f" providerId="LiveId" clId="{526C6DC9-8CAC-417B-9CED-3580957C3220}" dt="2026-07-10T19:40:38.907" v="102"/>
          <ac:spMkLst>
            <pc:docMk/>
            <pc:sldMk cId="0" sldId="258"/>
            <ac:spMk id="9" creationId="{A6A2DE11-8B78-4C07-83CB-0ECC18A04EB3}"/>
          </ac:spMkLst>
        </pc:spChg>
        <pc:spChg chg="add del">
          <ac:chgData name="Mohamed Wael" userId="cf7d81aafa8f456f" providerId="LiveId" clId="{526C6DC9-8CAC-417B-9CED-3580957C3220}" dt="2026-07-10T19:40:45.113" v="110"/>
          <ac:spMkLst>
            <pc:docMk/>
            <pc:sldMk cId="0" sldId="258"/>
            <ac:spMk id="10" creationId="{AB20702D-1896-43C0-8AC4-A41ED09D5A00}"/>
          </ac:spMkLst>
        </pc:spChg>
        <pc:spChg chg="add del">
          <ac:chgData name="Mohamed Wael" userId="cf7d81aafa8f456f" providerId="LiveId" clId="{526C6DC9-8CAC-417B-9CED-3580957C3220}" dt="2026-07-10T19:41:49.191" v="149"/>
          <ac:spMkLst>
            <pc:docMk/>
            <pc:sldMk cId="0" sldId="258"/>
            <ac:spMk id="11" creationId="{D7754893-D561-4E4C-A9B1-C22A5B1E9572}"/>
          </ac:spMkLst>
        </pc:spChg>
        <pc:spChg chg="add del">
          <ac:chgData name="Mohamed Wael" userId="cf7d81aafa8f456f" providerId="LiveId" clId="{526C6DC9-8CAC-417B-9CED-3580957C3220}" dt="2026-07-10T19:46:09.810" v="258"/>
          <ac:spMkLst>
            <pc:docMk/>
            <pc:sldMk cId="0" sldId="258"/>
            <ac:spMk id="12" creationId="{4E5027D3-4C80-4BF1-9265-3614185605F4}"/>
          </ac:spMkLst>
        </pc:spChg>
        <pc:spChg chg="add del">
          <ac:chgData name="Mohamed Wael" userId="cf7d81aafa8f456f" providerId="LiveId" clId="{526C6DC9-8CAC-417B-9CED-3580957C3220}" dt="2026-07-10T19:46:13.447" v="263"/>
          <ac:spMkLst>
            <pc:docMk/>
            <pc:sldMk cId="0" sldId="258"/>
            <ac:spMk id="13" creationId="{266CCFA7-AD90-434C-A1DD-CD84C847F3FD}"/>
          </ac:spMkLst>
        </pc:spChg>
        <pc:spChg chg="add del">
          <ac:chgData name="Mohamed Wael" userId="cf7d81aafa8f456f" providerId="LiveId" clId="{526C6DC9-8CAC-417B-9CED-3580957C3220}" dt="2026-07-10T19:46:20.038" v="265"/>
          <ac:spMkLst>
            <pc:docMk/>
            <pc:sldMk cId="0" sldId="258"/>
            <ac:spMk id="14" creationId="{11E96771-A51B-4472-8232-87A8C3D7F860}"/>
          </ac:spMkLst>
        </pc:spChg>
        <pc:spChg chg="add del">
          <ac:chgData name="Mohamed Wael" userId="cf7d81aafa8f456f" providerId="LiveId" clId="{526C6DC9-8CAC-417B-9CED-3580957C3220}" dt="2026-07-10T19:50:34.740" v="519"/>
          <ac:spMkLst>
            <pc:docMk/>
            <pc:sldMk cId="0" sldId="258"/>
            <ac:spMk id="15" creationId="{A5624450-9B96-4197-8DAA-8CAAFB70F589}"/>
          </ac:spMkLst>
        </pc:spChg>
        <pc:spChg chg="add del mod">
          <ac:chgData name="Mohamed Wael" userId="cf7d81aafa8f456f" providerId="LiveId" clId="{526C6DC9-8CAC-417B-9CED-3580957C3220}" dt="2026-07-10T19:54:46.696" v="655" actId="478"/>
          <ac:spMkLst>
            <pc:docMk/>
            <pc:sldMk cId="0" sldId="258"/>
            <ac:spMk id="16" creationId="{607A1E6E-25F3-4D78-9028-5890AA5E62BC}"/>
          </ac:spMkLst>
        </pc:spChg>
        <pc:spChg chg="add del">
          <ac:chgData name="Mohamed Wael" userId="cf7d81aafa8f456f" providerId="LiveId" clId="{526C6DC9-8CAC-417B-9CED-3580957C3220}" dt="2026-07-10T19:54:49.657" v="657"/>
          <ac:spMkLst>
            <pc:docMk/>
            <pc:sldMk cId="0" sldId="258"/>
            <ac:spMk id="17" creationId="{78FE9817-BFC1-4D2C-951B-B28FBF355E95}"/>
          </ac:spMkLst>
        </pc:spChg>
        <pc:spChg chg="add mod">
          <ac:chgData name="Mohamed Wael" userId="cf7d81aafa8f456f" providerId="LiveId" clId="{526C6DC9-8CAC-417B-9CED-3580957C3220}" dt="2026-07-10T19:57:05.095" v="685" actId="404"/>
          <ac:spMkLst>
            <pc:docMk/>
            <pc:sldMk cId="0" sldId="258"/>
            <ac:spMk id="19" creationId="{514940FB-8073-4772-839D-EB7021993E04}"/>
          </ac:spMkLst>
        </pc:spChg>
        <pc:picChg chg="mod modCrop">
          <ac:chgData name="Mohamed Wael" userId="cf7d81aafa8f456f" providerId="LiveId" clId="{526C6DC9-8CAC-417B-9CED-3580957C3220}" dt="2026-07-10T19:54:11.826" v="650" actId="1076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Mohamed Wael" userId="cf7d81aafa8f456f" providerId="LiveId" clId="{526C6DC9-8CAC-417B-9CED-3580957C3220}" dt="2026-07-10T15:14:01.114" v="44" actId="1076"/>
          <ac:picMkLst>
            <pc:docMk/>
            <pc:sldMk cId="0" sldId="258"/>
            <ac:picMk id="7" creationId="{06E27CF7-20E8-40D9-969E-8B6E42B88E18}"/>
          </ac:picMkLst>
        </pc:picChg>
      </pc:sldChg>
      <pc:sldChg chg="addSp delSp modSp mod">
        <pc:chgData name="Mohamed Wael" userId="cf7d81aafa8f456f" providerId="LiveId" clId="{526C6DC9-8CAC-417B-9CED-3580957C3220}" dt="2026-07-10T19:58:40.795" v="700" actId="22"/>
        <pc:sldMkLst>
          <pc:docMk/>
          <pc:sldMk cId="0" sldId="259"/>
        </pc:sldMkLst>
        <pc:spChg chg="mod">
          <ac:chgData name="Mohamed Wael" userId="cf7d81aafa8f456f" providerId="LiveId" clId="{526C6DC9-8CAC-417B-9CED-3580957C3220}" dt="2026-07-10T19:57:58.515" v="698" actId="20577"/>
          <ac:spMkLst>
            <pc:docMk/>
            <pc:sldMk cId="0" sldId="259"/>
            <ac:spMk id="5" creationId="{00000000-0000-0000-0000-000000000000}"/>
          </ac:spMkLst>
        </pc:spChg>
        <pc:spChg chg="add del">
          <ac:chgData name="Mohamed Wael" userId="cf7d81aafa8f456f" providerId="LiveId" clId="{526C6DC9-8CAC-417B-9CED-3580957C3220}" dt="2026-07-10T19:02:59.875" v="67" actId="22"/>
          <ac:spMkLst>
            <pc:docMk/>
            <pc:sldMk cId="0" sldId="259"/>
            <ac:spMk id="11" creationId="{F0CBA818-A2AE-4FCE-8033-FE354AA8731A}"/>
          </ac:spMkLst>
        </pc:spChg>
        <pc:spChg chg="add del">
          <ac:chgData name="Mohamed Wael" userId="cf7d81aafa8f456f" providerId="LiveId" clId="{526C6DC9-8CAC-417B-9CED-3580957C3220}" dt="2026-07-10T19:58:40.795" v="700" actId="22"/>
          <ac:spMkLst>
            <pc:docMk/>
            <pc:sldMk cId="0" sldId="259"/>
            <ac:spMk id="15" creationId="{B7ADCC01-05A1-484E-A391-4ED624ED3C19}"/>
          </ac:spMkLst>
        </pc:spChg>
        <pc:picChg chg="del">
          <ac:chgData name="Mohamed Wael" userId="cf7d81aafa8f456f" providerId="LiveId" clId="{526C6DC9-8CAC-417B-9CED-3580957C3220}" dt="2026-07-10T19:04:00.820" v="70" actId="478"/>
          <ac:picMkLst>
            <pc:docMk/>
            <pc:sldMk cId="0" sldId="259"/>
            <ac:picMk id="3" creationId="{00000000-0000-0000-0000-000000000000}"/>
          </ac:picMkLst>
        </pc:picChg>
        <pc:picChg chg="add mod">
          <ac:chgData name="Mohamed Wael" userId="cf7d81aafa8f456f" providerId="LiveId" clId="{526C6DC9-8CAC-417B-9CED-3580957C3220}" dt="2026-07-10T15:14:08.998" v="46" actId="1076"/>
          <ac:picMkLst>
            <pc:docMk/>
            <pc:sldMk cId="0" sldId="259"/>
            <ac:picMk id="10" creationId="{D13ADBDC-7086-4A69-903C-23B65B47FD3E}"/>
          </ac:picMkLst>
        </pc:picChg>
        <pc:picChg chg="add del mod">
          <ac:chgData name="Mohamed Wael" userId="cf7d81aafa8f456f" providerId="LiveId" clId="{526C6DC9-8CAC-417B-9CED-3580957C3220}" dt="2026-07-10T19:04:00.068" v="69"/>
          <ac:picMkLst>
            <pc:docMk/>
            <pc:sldMk cId="0" sldId="259"/>
            <ac:picMk id="12" creationId="{AB3D130C-B597-48B3-8010-1DBCD7490357}"/>
          </ac:picMkLst>
        </pc:picChg>
        <pc:picChg chg="add mod">
          <ac:chgData name="Mohamed Wael" userId="cf7d81aafa8f456f" providerId="LiveId" clId="{526C6DC9-8CAC-417B-9CED-3580957C3220}" dt="2026-07-10T19:04:01.158" v="71"/>
          <ac:picMkLst>
            <pc:docMk/>
            <pc:sldMk cId="0" sldId="259"/>
            <ac:picMk id="13" creationId="{1C6D1F56-5A50-4B03-A4C5-9EECDA9923A1}"/>
          </ac:picMkLst>
        </pc:picChg>
      </pc:sldChg>
      <pc:sldChg chg="addSp delSp modSp mod">
        <pc:chgData name="Mohamed Wael" userId="cf7d81aafa8f456f" providerId="LiveId" clId="{526C6DC9-8CAC-417B-9CED-3580957C3220}" dt="2026-07-10T20:01:55.150" v="744" actId="1076"/>
        <pc:sldMkLst>
          <pc:docMk/>
          <pc:sldMk cId="0" sldId="260"/>
        </pc:sldMkLst>
        <pc:spChg chg="del mod">
          <ac:chgData name="Mohamed Wael" userId="cf7d81aafa8f456f" providerId="LiveId" clId="{526C6DC9-8CAC-417B-9CED-3580957C3220}" dt="2026-07-10T20:01:44.856" v="742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Mohamed Wael" userId="cf7d81aafa8f456f" providerId="LiveId" clId="{526C6DC9-8CAC-417B-9CED-3580957C3220}" dt="2026-07-10T19:04:25.138" v="72" actId="20577"/>
          <ac:spMkLst>
            <pc:docMk/>
            <pc:sldMk cId="0" sldId="260"/>
            <ac:spMk id="5" creationId="{00000000-0000-0000-0000-000000000000}"/>
          </ac:spMkLst>
        </pc:spChg>
        <pc:picChg chg="mod modCrop">
          <ac:chgData name="Mohamed Wael" userId="cf7d81aafa8f456f" providerId="LiveId" clId="{526C6DC9-8CAC-417B-9CED-3580957C3220}" dt="2026-07-10T20:01:55.150" v="744" actId="1076"/>
          <ac:picMkLst>
            <pc:docMk/>
            <pc:sldMk cId="0" sldId="260"/>
            <ac:picMk id="4" creationId="{00000000-0000-0000-0000-000000000000}"/>
          </ac:picMkLst>
        </pc:picChg>
        <pc:picChg chg="add mod">
          <ac:chgData name="Mohamed Wael" userId="cf7d81aafa8f456f" providerId="LiveId" clId="{526C6DC9-8CAC-417B-9CED-3580957C3220}" dt="2026-07-10T15:15:07.719" v="52" actId="1076"/>
          <ac:picMkLst>
            <pc:docMk/>
            <pc:sldMk cId="0" sldId="260"/>
            <ac:picMk id="7" creationId="{7DB483DF-A35A-4BFE-9667-767DF517490F}"/>
          </ac:picMkLst>
        </pc:picChg>
      </pc:sldChg>
      <pc:sldChg chg="addSp delSp modSp mod">
        <pc:chgData name="Mohamed Wael" userId="cf7d81aafa8f456f" providerId="LiveId" clId="{526C6DC9-8CAC-417B-9CED-3580957C3220}" dt="2026-07-10T20:45:52.335" v="1131" actId="1035"/>
        <pc:sldMkLst>
          <pc:docMk/>
          <pc:sldMk cId="0" sldId="261"/>
        </pc:sldMkLst>
        <pc:spChg chg="mod">
          <ac:chgData name="Mohamed Wael" userId="cf7d81aafa8f456f" providerId="LiveId" clId="{526C6DC9-8CAC-417B-9CED-3580957C3220}" dt="2026-07-10T20:10:56.387" v="825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ohamed Wael" userId="cf7d81aafa8f456f" providerId="LiveId" clId="{526C6DC9-8CAC-417B-9CED-3580957C3220}" dt="2026-07-10T20:45:52.335" v="1131" actId="1035"/>
          <ac:spMkLst>
            <pc:docMk/>
            <pc:sldMk cId="0" sldId="261"/>
            <ac:spMk id="4" creationId="{00000000-0000-0000-0000-000000000000}"/>
          </ac:spMkLst>
        </pc:spChg>
        <pc:spChg chg="mod">
          <ac:chgData name="Mohamed Wael" userId="cf7d81aafa8f456f" providerId="LiveId" clId="{526C6DC9-8CAC-417B-9CED-3580957C3220}" dt="2026-07-10T20:45:52.335" v="1131" actId="1035"/>
          <ac:spMkLst>
            <pc:docMk/>
            <pc:sldMk cId="0" sldId="261"/>
            <ac:spMk id="6" creationId="{00000000-0000-0000-0000-000000000000}"/>
          </ac:spMkLst>
        </pc:spChg>
        <pc:spChg chg="mod">
          <ac:chgData name="Mohamed Wael" userId="cf7d81aafa8f456f" providerId="LiveId" clId="{526C6DC9-8CAC-417B-9CED-3580957C3220}" dt="2026-07-10T20:45:52.335" v="1131" actId="1035"/>
          <ac:spMkLst>
            <pc:docMk/>
            <pc:sldMk cId="0" sldId="261"/>
            <ac:spMk id="8" creationId="{00000000-0000-0000-0000-000000000000}"/>
          </ac:spMkLst>
        </pc:spChg>
        <pc:spChg chg="mod">
          <ac:chgData name="Mohamed Wael" userId="cf7d81aafa8f456f" providerId="LiveId" clId="{526C6DC9-8CAC-417B-9CED-3580957C3220}" dt="2026-07-10T20:45:52.335" v="1131" actId="103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ohamed Wael" userId="cf7d81aafa8f456f" providerId="LiveId" clId="{526C6DC9-8CAC-417B-9CED-3580957C3220}" dt="2026-07-10T20:45:52.335" v="1131" actId="1035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ohamed Wael" userId="cf7d81aafa8f456f" providerId="LiveId" clId="{526C6DC9-8CAC-417B-9CED-3580957C3220}" dt="2026-07-10T20:45:52.335" v="1131" actId="1035"/>
          <ac:spMkLst>
            <pc:docMk/>
            <pc:sldMk cId="0" sldId="261"/>
            <ac:spMk id="14" creationId="{00000000-0000-0000-0000-000000000000}"/>
          </ac:spMkLst>
        </pc:spChg>
        <pc:spChg chg="mod">
          <ac:chgData name="Mohamed Wael" userId="cf7d81aafa8f456f" providerId="LiveId" clId="{526C6DC9-8CAC-417B-9CED-3580957C3220}" dt="2026-07-10T20:45:52.335" v="1131" actId="1035"/>
          <ac:spMkLst>
            <pc:docMk/>
            <pc:sldMk cId="0" sldId="261"/>
            <ac:spMk id="16" creationId="{00000000-0000-0000-0000-000000000000}"/>
          </ac:spMkLst>
        </pc:spChg>
        <pc:picChg chg="del">
          <ac:chgData name="Mohamed Wael" userId="cf7d81aafa8f456f" providerId="LiveId" clId="{526C6DC9-8CAC-417B-9CED-3580957C3220}" dt="2026-07-10T20:03:23.358" v="745" actId="478"/>
          <ac:picMkLst>
            <pc:docMk/>
            <pc:sldMk cId="0" sldId="261"/>
            <ac:picMk id="3" creationId="{00000000-0000-0000-0000-000000000000}"/>
          </ac:picMkLst>
        </pc:picChg>
        <pc:picChg chg="mod">
          <ac:chgData name="Mohamed Wael" userId="cf7d81aafa8f456f" providerId="LiveId" clId="{526C6DC9-8CAC-417B-9CED-3580957C3220}" dt="2026-07-10T20:45:52.335" v="1131" actId="1035"/>
          <ac:picMkLst>
            <pc:docMk/>
            <pc:sldMk cId="0" sldId="261"/>
            <ac:picMk id="5" creationId="{00000000-0000-0000-0000-000000000000}"/>
          </ac:picMkLst>
        </pc:picChg>
        <pc:picChg chg="mod">
          <ac:chgData name="Mohamed Wael" userId="cf7d81aafa8f456f" providerId="LiveId" clId="{526C6DC9-8CAC-417B-9CED-3580957C3220}" dt="2026-07-10T20:45:52.335" v="1131" actId="1035"/>
          <ac:picMkLst>
            <pc:docMk/>
            <pc:sldMk cId="0" sldId="261"/>
            <ac:picMk id="7" creationId="{00000000-0000-0000-0000-000000000000}"/>
          </ac:picMkLst>
        </pc:picChg>
        <pc:picChg chg="mod">
          <ac:chgData name="Mohamed Wael" userId="cf7d81aafa8f456f" providerId="LiveId" clId="{526C6DC9-8CAC-417B-9CED-3580957C3220}" dt="2026-07-10T20:45:52.335" v="1131" actId="1035"/>
          <ac:picMkLst>
            <pc:docMk/>
            <pc:sldMk cId="0" sldId="261"/>
            <ac:picMk id="9" creationId="{00000000-0000-0000-0000-000000000000}"/>
          </ac:picMkLst>
        </pc:picChg>
        <pc:picChg chg="mod">
          <ac:chgData name="Mohamed Wael" userId="cf7d81aafa8f456f" providerId="LiveId" clId="{526C6DC9-8CAC-417B-9CED-3580957C3220}" dt="2026-07-10T20:45:52.335" v="1131" actId="1035"/>
          <ac:picMkLst>
            <pc:docMk/>
            <pc:sldMk cId="0" sldId="261"/>
            <ac:picMk id="11" creationId="{00000000-0000-0000-0000-000000000000}"/>
          </ac:picMkLst>
        </pc:picChg>
        <pc:picChg chg="mod">
          <ac:chgData name="Mohamed Wael" userId="cf7d81aafa8f456f" providerId="LiveId" clId="{526C6DC9-8CAC-417B-9CED-3580957C3220}" dt="2026-07-10T20:45:52.335" v="1131" actId="1035"/>
          <ac:picMkLst>
            <pc:docMk/>
            <pc:sldMk cId="0" sldId="261"/>
            <ac:picMk id="13" creationId="{00000000-0000-0000-0000-000000000000}"/>
          </ac:picMkLst>
        </pc:picChg>
        <pc:picChg chg="del mod">
          <ac:chgData name="Mohamed Wael" userId="cf7d81aafa8f456f" providerId="LiveId" clId="{526C6DC9-8CAC-417B-9CED-3580957C3220}" dt="2026-07-10T20:10:26.259" v="822" actId="478"/>
          <ac:picMkLst>
            <pc:docMk/>
            <pc:sldMk cId="0" sldId="261"/>
            <ac:picMk id="15" creationId="{00000000-0000-0000-0000-000000000000}"/>
          </ac:picMkLst>
        </pc:picChg>
        <pc:picChg chg="add mod">
          <ac:chgData name="Mohamed Wael" userId="cf7d81aafa8f456f" providerId="LiveId" clId="{526C6DC9-8CAC-417B-9CED-3580957C3220}" dt="2026-07-10T15:15:21.663" v="55" actId="1076"/>
          <ac:picMkLst>
            <pc:docMk/>
            <pc:sldMk cId="0" sldId="261"/>
            <ac:picMk id="18" creationId="{A94AC511-4E87-41E5-88AE-B9325F881B53}"/>
          </ac:picMkLst>
        </pc:picChg>
        <pc:picChg chg="add mod modCrop">
          <ac:chgData name="Mohamed Wael" userId="cf7d81aafa8f456f" providerId="LiveId" clId="{526C6DC9-8CAC-417B-9CED-3580957C3220}" dt="2026-07-10T20:04:51.947" v="753" actId="14100"/>
          <ac:picMkLst>
            <pc:docMk/>
            <pc:sldMk cId="0" sldId="261"/>
            <ac:picMk id="19" creationId="{3C74BC69-9D8E-44BA-951B-B824C6ACF9D0}"/>
          </ac:picMkLst>
        </pc:picChg>
      </pc:sldChg>
      <pc:sldChg chg="addSp modSp add del mod">
        <pc:chgData name="Mohamed Wael" userId="cf7d81aafa8f456f" providerId="LiveId" clId="{526C6DC9-8CAC-417B-9CED-3580957C3220}" dt="2026-07-10T20:36:49.680" v="1010" actId="47"/>
        <pc:sldMkLst>
          <pc:docMk/>
          <pc:sldMk cId="0" sldId="262"/>
        </pc:sldMkLst>
        <pc:picChg chg="add mod">
          <ac:chgData name="Mohamed Wael" userId="cf7d81aafa8f456f" providerId="LiveId" clId="{526C6DC9-8CAC-417B-9CED-3580957C3220}" dt="2026-07-10T15:15:30.269" v="57" actId="1076"/>
          <ac:picMkLst>
            <pc:docMk/>
            <pc:sldMk cId="0" sldId="262"/>
            <ac:picMk id="18" creationId="{C49E9E59-5CC4-4F3E-A3D0-E029F3F1BDE6}"/>
          </ac:picMkLst>
        </pc:picChg>
      </pc:sldChg>
      <pc:sldChg chg="addSp delSp modSp mod">
        <pc:chgData name="Mohamed Wael" userId="cf7d81aafa8f456f" providerId="LiveId" clId="{526C6DC9-8CAC-417B-9CED-3580957C3220}" dt="2026-07-10T20:38:03.905" v="1054" actId="20577"/>
        <pc:sldMkLst>
          <pc:docMk/>
          <pc:sldMk cId="0" sldId="263"/>
        </pc:sldMkLst>
        <pc:spChg chg="mod">
          <ac:chgData name="Mohamed Wael" userId="cf7d81aafa8f456f" providerId="LiveId" clId="{526C6DC9-8CAC-417B-9CED-3580957C3220}" dt="2026-07-10T20:37:15.194" v="1013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Mohamed Wael" userId="cf7d81aafa8f456f" providerId="LiveId" clId="{526C6DC9-8CAC-417B-9CED-3580957C3220}" dt="2026-07-10T20:37:15.194" v="1013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Mohamed Wael" userId="cf7d81aafa8f456f" providerId="LiveId" clId="{526C6DC9-8CAC-417B-9CED-3580957C3220}" dt="2026-07-10T20:37:15.194" v="1013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Mohamed Wael" userId="cf7d81aafa8f456f" providerId="LiveId" clId="{526C6DC9-8CAC-417B-9CED-3580957C3220}" dt="2026-07-10T20:37:15.194" v="1013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Mohamed Wael" userId="cf7d81aafa8f456f" providerId="LiveId" clId="{526C6DC9-8CAC-417B-9CED-3580957C3220}" dt="2026-07-10T20:37:15.194" v="1013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Mohamed Wael" userId="cf7d81aafa8f456f" providerId="LiveId" clId="{526C6DC9-8CAC-417B-9CED-3580957C3220}" dt="2026-07-10T20:37:15.194" v="1013" actId="1076"/>
          <ac:spMkLst>
            <pc:docMk/>
            <pc:sldMk cId="0" sldId="263"/>
            <ac:spMk id="9" creationId="{00000000-0000-0000-0000-000000000000}"/>
          </ac:spMkLst>
        </pc:spChg>
        <pc:spChg chg="del">
          <ac:chgData name="Mohamed Wael" userId="cf7d81aafa8f456f" providerId="LiveId" clId="{526C6DC9-8CAC-417B-9CED-3580957C3220}" dt="2026-07-10T20:37:07.328" v="1012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Mohamed Wael" userId="cf7d81aafa8f456f" providerId="LiveId" clId="{526C6DC9-8CAC-417B-9CED-3580957C3220}" dt="2026-07-10T20:37:06.029" v="1011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Mohamed Wael" userId="cf7d81aafa8f456f" providerId="LiveId" clId="{526C6DC9-8CAC-417B-9CED-3580957C3220}" dt="2026-07-10T20:37:06.029" v="1011" actId="478"/>
          <ac:spMkLst>
            <pc:docMk/>
            <pc:sldMk cId="0" sldId="263"/>
            <ac:spMk id="12" creationId="{00000000-0000-0000-0000-000000000000}"/>
          </ac:spMkLst>
        </pc:spChg>
        <pc:spChg chg="add mod">
          <ac:chgData name="Mohamed Wael" userId="cf7d81aafa8f456f" providerId="LiveId" clId="{526C6DC9-8CAC-417B-9CED-3580957C3220}" dt="2026-07-10T20:37:31.246" v="1015" actId="1076"/>
          <ac:spMkLst>
            <pc:docMk/>
            <pc:sldMk cId="0" sldId="263"/>
            <ac:spMk id="22" creationId="{F9D644CA-16DB-4DE4-BE57-9E53B3095E05}"/>
          </ac:spMkLst>
        </pc:spChg>
        <pc:spChg chg="add mod">
          <ac:chgData name="Mohamed Wael" userId="cf7d81aafa8f456f" providerId="LiveId" clId="{526C6DC9-8CAC-417B-9CED-3580957C3220}" dt="2026-07-10T20:37:35.844" v="1020" actId="20577"/>
          <ac:spMkLst>
            <pc:docMk/>
            <pc:sldMk cId="0" sldId="263"/>
            <ac:spMk id="23" creationId="{200F1CEF-89BE-4EA3-BB83-38E32C7E41A4}"/>
          </ac:spMkLst>
        </pc:spChg>
        <pc:spChg chg="add mod">
          <ac:chgData name="Mohamed Wael" userId="cf7d81aafa8f456f" providerId="LiveId" clId="{526C6DC9-8CAC-417B-9CED-3580957C3220}" dt="2026-07-10T20:38:03.905" v="1054" actId="20577"/>
          <ac:spMkLst>
            <pc:docMk/>
            <pc:sldMk cId="0" sldId="263"/>
            <ac:spMk id="24" creationId="{F31145EB-B64B-4740-BD0C-BECD03B790F2}"/>
          </ac:spMkLst>
        </pc:spChg>
        <pc:picChg chg="add mod">
          <ac:chgData name="Mohamed Wael" userId="cf7d81aafa8f456f" providerId="LiveId" clId="{526C6DC9-8CAC-417B-9CED-3580957C3220}" dt="2026-07-10T15:15:38.752" v="59" actId="1076"/>
          <ac:picMkLst>
            <pc:docMk/>
            <pc:sldMk cId="0" sldId="263"/>
            <ac:picMk id="21" creationId="{8D6A302E-CF1B-4984-AE5D-C1685D65736F}"/>
          </ac:picMkLst>
        </pc:picChg>
      </pc:sldChg>
      <pc:sldChg chg="addSp delSp modSp mod">
        <pc:chgData name="Mohamed Wael" userId="cf7d81aafa8f456f" providerId="LiveId" clId="{526C6DC9-8CAC-417B-9CED-3580957C3220}" dt="2026-07-10T20:39:15.838" v="1061" actId="1076"/>
        <pc:sldMkLst>
          <pc:docMk/>
          <pc:sldMk cId="0" sldId="264"/>
        </pc:sldMkLst>
        <pc:spChg chg="mod">
          <ac:chgData name="Mohamed Wael" userId="cf7d81aafa8f456f" providerId="LiveId" clId="{526C6DC9-8CAC-417B-9CED-3580957C3220}" dt="2026-07-10T20:21:31.418" v="842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ohamed Wael" userId="cf7d81aafa8f456f" providerId="LiveId" clId="{526C6DC9-8CAC-417B-9CED-3580957C3220}" dt="2026-07-10T20:39:15.838" v="1061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Mohamed Wael" userId="cf7d81aafa8f456f" providerId="LiveId" clId="{526C6DC9-8CAC-417B-9CED-3580957C3220}" dt="2026-07-10T20:39:15.838" v="1061" actId="1076"/>
          <ac:spMkLst>
            <pc:docMk/>
            <pc:sldMk cId="0" sldId="264"/>
            <ac:spMk id="5" creationId="{00000000-0000-0000-0000-000000000000}"/>
          </ac:spMkLst>
        </pc:spChg>
        <pc:spChg chg="del">
          <ac:chgData name="Mohamed Wael" userId="cf7d81aafa8f456f" providerId="LiveId" clId="{526C6DC9-8CAC-417B-9CED-3580957C3220}" dt="2026-07-10T20:38:53.747" v="1056" actId="478"/>
          <ac:spMkLst>
            <pc:docMk/>
            <pc:sldMk cId="0" sldId="264"/>
            <ac:spMk id="6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20:38:56.877" v="1058" actId="478"/>
          <ac:spMkLst>
            <pc:docMk/>
            <pc:sldMk cId="0" sldId="264"/>
            <ac:spMk id="8" creationId="{00000000-0000-0000-0000-000000000000}"/>
          </ac:spMkLst>
        </pc:spChg>
        <pc:picChg chg="del">
          <ac:chgData name="Mohamed Wael" userId="cf7d81aafa8f456f" providerId="LiveId" clId="{526C6DC9-8CAC-417B-9CED-3580957C3220}" dt="2026-07-10T20:19:52.180" v="826" actId="478"/>
          <ac:picMkLst>
            <pc:docMk/>
            <pc:sldMk cId="0" sldId="264"/>
            <ac:picMk id="3" creationId="{00000000-0000-0000-0000-000000000000}"/>
          </ac:picMkLst>
        </pc:picChg>
        <pc:picChg chg="del">
          <ac:chgData name="Mohamed Wael" userId="cf7d81aafa8f456f" providerId="LiveId" clId="{526C6DC9-8CAC-417B-9CED-3580957C3220}" dt="2026-07-10T20:38:58.317" v="1059" actId="478"/>
          <ac:picMkLst>
            <pc:docMk/>
            <pc:sldMk cId="0" sldId="264"/>
            <ac:picMk id="7" creationId="{00000000-0000-0000-0000-000000000000}"/>
          </ac:picMkLst>
        </pc:picChg>
        <pc:picChg chg="add mod">
          <ac:chgData name="Mohamed Wael" userId="cf7d81aafa8f456f" providerId="LiveId" clId="{526C6DC9-8CAC-417B-9CED-3580957C3220}" dt="2026-07-10T15:15:45.441" v="61" actId="1076"/>
          <ac:picMkLst>
            <pc:docMk/>
            <pc:sldMk cId="0" sldId="264"/>
            <ac:picMk id="10" creationId="{99BBF195-5B76-4A32-9B53-16DE6A1286B3}"/>
          </ac:picMkLst>
        </pc:picChg>
        <pc:picChg chg="add del mod">
          <ac:chgData name="Mohamed Wael" userId="cf7d81aafa8f456f" providerId="LiveId" clId="{526C6DC9-8CAC-417B-9CED-3580957C3220}" dt="2026-07-10T20:20:03.815" v="832" actId="22"/>
          <ac:picMkLst>
            <pc:docMk/>
            <pc:sldMk cId="0" sldId="264"/>
            <ac:picMk id="11" creationId="{E0CD84ED-E50F-4454-9073-2FDF8FC8E90C}"/>
          </ac:picMkLst>
        </pc:picChg>
        <pc:picChg chg="add mod">
          <ac:chgData name="Mohamed Wael" userId="cf7d81aafa8f456f" providerId="LiveId" clId="{526C6DC9-8CAC-417B-9CED-3580957C3220}" dt="2026-07-10T20:21:39.236" v="843" actId="1076"/>
          <ac:picMkLst>
            <pc:docMk/>
            <pc:sldMk cId="0" sldId="264"/>
            <ac:picMk id="13" creationId="{5938800C-47A5-40D5-9343-458F7DE557A0}"/>
          </ac:picMkLst>
        </pc:picChg>
        <pc:picChg chg="add mod">
          <ac:chgData name="Mohamed Wael" userId="cf7d81aafa8f456f" providerId="LiveId" clId="{526C6DC9-8CAC-417B-9CED-3580957C3220}" dt="2026-07-10T20:21:11.099" v="841" actId="1076"/>
          <ac:picMkLst>
            <pc:docMk/>
            <pc:sldMk cId="0" sldId="264"/>
            <ac:picMk id="15" creationId="{8412FAE6-934A-4F5B-9265-D7DC2860B29B}"/>
          </ac:picMkLst>
        </pc:picChg>
      </pc:sldChg>
      <pc:sldChg chg="addSp delSp modSp mod">
        <pc:chgData name="Mohamed Wael" userId="cf7d81aafa8f456f" providerId="LiveId" clId="{526C6DC9-8CAC-417B-9CED-3580957C3220}" dt="2026-07-10T20:41:35.582" v="1095" actId="1076"/>
        <pc:sldMkLst>
          <pc:docMk/>
          <pc:sldMk cId="0" sldId="265"/>
        </pc:sldMkLst>
        <pc:spChg chg="mod">
          <ac:chgData name="Mohamed Wael" userId="cf7d81aafa8f456f" providerId="LiveId" clId="{526C6DC9-8CAC-417B-9CED-3580957C3220}" dt="2026-07-10T20:40:37.142" v="1089" actId="20577"/>
          <ac:spMkLst>
            <pc:docMk/>
            <pc:sldMk cId="0" sldId="265"/>
            <ac:spMk id="2" creationId="{00000000-0000-0000-0000-000000000000}"/>
          </ac:spMkLst>
        </pc:spChg>
        <pc:spChg chg="del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4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5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6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7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8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9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10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11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12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13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14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15" creationId="{00000000-0000-0000-0000-000000000000}"/>
          </ac:spMkLst>
        </pc:spChg>
        <pc:spChg chg="add del">
          <ac:chgData name="Mohamed Wael" userId="cf7d81aafa8f456f" providerId="LiveId" clId="{526C6DC9-8CAC-417B-9CED-3580957C3220}" dt="2026-07-10T20:32:58.194" v="959" actId="478"/>
          <ac:spMkLst>
            <pc:docMk/>
            <pc:sldMk cId="0" sldId="265"/>
            <ac:spMk id="16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20:40:29.622" v="1074" actId="478"/>
          <ac:spMkLst>
            <pc:docMk/>
            <pc:sldMk cId="0" sldId="265"/>
            <ac:spMk id="17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20:40:23.797" v="1072" actId="478"/>
          <ac:spMkLst>
            <pc:docMk/>
            <pc:sldMk cId="0" sldId="265"/>
            <ac:spMk id="18" creationId="{00000000-0000-0000-0000-000000000000}"/>
          </ac:spMkLst>
        </pc:spChg>
        <pc:spChg chg="add del">
          <ac:chgData name="Mohamed Wael" userId="cf7d81aafa8f456f" providerId="LiveId" clId="{526C6DC9-8CAC-417B-9CED-3580957C3220}" dt="2026-07-10T20:32:54.225" v="958" actId="478"/>
          <ac:spMkLst>
            <pc:docMk/>
            <pc:sldMk cId="0" sldId="265"/>
            <ac:spMk id="19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19:05:10.362" v="82" actId="478"/>
          <ac:spMkLst>
            <pc:docMk/>
            <pc:sldMk cId="0" sldId="265"/>
            <ac:spMk id="20" creationId="{00000000-0000-0000-0000-000000000000}"/>
          </ac:spMkLst>
        </pc:spChg>
        <pc:spChg chg="del mod">
          <ac:chgData name="Mohamed Wael" userId="cf7d81aafa8f456f" providerId="LiveId" clId="{526C6DC9-8CAC-417B-9CED-3580957C3220}" dt="2026-07-10T19:05:06.468" v="80" actId="478"/>
          <ac:spMkLst>
            <pc:docMk/>
            <pc:sldMk cId="0" sldId="265"/>
            <ac:spMk id="21" creationId="{00000000-0000-0000-0000-000000000000}"/>
          </ac:spMkLst>
        </pc:spChg>
        <pc:spChg chg="add 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24" creationId="{AB0D190D-4E41-4715-A998-6CD12EEEB865}"/>
          </ac:spMkLst>
        </pc:spChg>
        <pc:spChg chg="add 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25" creationId="{6A2340B3-8C4A-4531-BD04-ACAD2057F0C4}"/>
          </ac:spMkLst>
        </pc:spChg>
        <pc:spChg chg="add 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26" creationId="{8CBD7004-951C-42FC-94C1-85CF3F325502}"/>
          </ac:spMkLst>
        </pc:spChg>
        <pc:spChg chg="add 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27" creationId="{1B64FE48-AA53-4984-B1C5-666BD815F486}"/>
          </ac:spMkLst>
        </pc:spChg>
        <pc:spChg chg="add 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28" creationId="{78A80DC5-D52E-4343-92B8-ED04E0ACC163}"/>
          </ac:spMkLst>
        </pc:spChg>
        <pc:spChg chg="add 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29" creationId="{91626BE4-1907-4BD3-87CC-68E4EC8584DA}"/>
          </ac:spMkLst>
        </pc:spChg>
        <pc:spChg chg="add 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30" creationId="{2889E29E-EEBE-4FB0-9509-86F323B51DBA}"/>
          </ac:spMkLst>
        </pc:spChg>
        <pc:spChg chg="add 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31" creationId="{CC073B58-EA2A-41B7-B486-2A2A946A3EA9}"/>
          </ac:spMkLst>
        </pc:spChg>
        <pc:spChg chg="add del mod">
          <ac:chgData name="Mohamed Wael" userId="cf7d81aafa8f456f" providerId="LiveId" clId="{526C6DC9-8CAC-417B-9CED-3580957C3220}" dt="2026-07-10T20:41:17.114" v="1090" actId="478"/>
          <ac:spMkLst>
            <pc:docMk/>
            <pc:sldMk cId="0" sldId="265"/>
            <ac:spMk id="32" creationId="{CA9A484C-7EC1-4E2C-8CC0-795BC4E7BBB0}"/>
          </ac:spMkLst>
        </pc:spChg>
        <pc:spChg chg="add del mod">
          <ac:chgData name="Mohamed Wael" userId="cf7d81aafa8f456f" providerId="LiveId" clId="{526C6DC9-8CAC-417B-9CED-3580957C3220}" dt="2026-07-10T20:34:37.127" v="981" actId="478"/>
          <ac:spMkLst>
            <pc:docMk/>
            <pc:sldMk cId="0" sldId="265"/>
            <ac:spMk id="33" creationId="{5E5DE200-B2E0-441D-AD3E-2E3C7A120D1E}"/>
          </ac:spMkLst>
        </pc:spChg>
        <pc:spChg chg="add del mod">
          <ac:chgData name="Mohamed Wael" userId="cf7d81aafa8f456f" providerId="LiveId" clId="{526C6DC9-8CAC-417B-9CED-3580957C3220}" dt="2026-07-10T20:34:37.127" v="981" actId="478"/>
          <ac:spMkLst>
            <pc:docMk/>
            <pc:sldMk cId="0" sldId="265"/>
            <ac:spMk id="34" creationId="{04A1C1AF-035F-411B-9E45-5BC011F0D7BC}"/>
          </ac:spMkLst>
        </pc:spChg>
        <pc:spChg chg="add del mod">
          <ac:chgData name="Mohamed Wael" userId="cf7d81aafa8f456f" providerId="LiveId" clId="{526C6DC9-8CAC-417B-9CED-3580957C3220}" dt="2026-07-10T20:34:37.127" v="981" actId="478"/>
          <ac:spMkLst>
            <pc:docMk/>
            <pc:sldMk cId="0" sldId="265"/>
            <ac:spMk id="35" creationId="{113FC173-2959-4CAC-9DB0-5BD14C8E5E41}"/>
          </ac:spMkLst>
        </pc:spChg>
        <pc:picChg chg="add mod">
          <ac:chgData name="Mohamed Wael" userId="cf7d81aafa8f456f" providerId="LiveId" clId="{526C6DC9-8CAC-417B-9CED-3580957C3220}" dt="2026-07-10T15:15:52.266" v="63" actId="1076"/>
          <ac:picMkLst>
            <pc:docMk/>
            <pc:sldMk cId="0" sldId="265"/>
            <ac:picMk id="23" creationId="{340ED4E1-7AC8-4D72-9DFD-9EFC0B54A4E4}"/>
          </ac:picMkLst>
        </pc:picChg>
        <pc:picChg chg="add mod">
          <ac:chgData name="Mohamed Wael" userId="cf7d81aafa8f456f" providerId="LiveId" clId="{526C6DC9-8CAC-417B-9CED-3580957C3220}" dt="2026-07-10T15:15:53.699" v="65"/>
          <ac:picMkLst>
            <pc:docMk/>
            <pc:sldMk cId="0" sldId="265"/>
            <ac:picMk id="24" creationId="{C9FABFB7-B0E7-4406-A647-01F9EE9D381F}"/>
          </ac:picMkLst>
        </pc:picChg>
        <pc:picChg chg="add mod modCrop">
          <ac:chgData name="Mohamed Wael" userId="cf7d81aafa8f456f" providerId="LiveId" clId="{526C6DC9-8CAC-417B-9CED-3580957C3220}" dt="2026-07-10T20:41:35.582" v="1095" actId="1076"/>
          <ac:picMkLst>
            <pc:docMk/>
            <pc:sldMk cId="0" sldId="265"/>
            <ac:picMk id="36" creationId="{2B3B202D-2B43-48A2-AB3D-5C174E385D9F}"/>
          </ac:picMkLst>
        </pc:picChg>
      </pc:sldChg>
      <pc:sldChg chg="addSp delSp modSp add mod">
        <pc:chgData name="Mohamed Wael" userId="cf7d81aafa8f456f" providerId="LiveId" clId="{526C6DC9-8CAC-417B-9CED-3580957C3220}" dt="2026-07-10T20:00:16.044" v="732" actId="20577"/>
        <pc:sldMkLst>
          <pc:docMk/>
          <pc:sldMk cId="1668912797" sldId="266"/>
        </pc:sldMkLst>
        <pc:spChg chg="add del">
          <ac:chgData name="Mohamed Wael" userId="cf7d81aafa8f456f" providerId="LiveId" clId="{526C6DC9-8CAC-417B-9CED-3580957C3220}" dt="2026-07-10T19:59:07.159" v="711" actId="478"/>
          <ac:spMkLst>
            <pc:docMk/>
            <pc:sldMk cId="1668912797" sldId="266"/>
            <ac:spMk id="2" creationId="{00000000-0000-0000-0000-000000000000}"/>
          </ac:spMkLst>
        </pc:spChg>
        <pc:spChg chg="add del">
          <ac:chgData name="Mohamed Wael" userId="cf7d81aafa8f456f" providerId="LiveId" clId="{526C6DC9-8CAC-417B-9CED-3580957C3220}" dt="2026-07-10T19:59:07.159" v="711" actId="478"/>
          <ac:spMkLst>
            <pc:docMk/>
            <pc:sldMk cId="1668912797" sldId="266"/>
            <ac:spMk id="4" creationId="{00000000-0000-0000-0000-000000000000}"/>
          </ac:spMkLst>
        </pc:spChg>
        <pc:spChg chg="add del">
          <ac:chgData name="Mohamed Wael" userId="cf7d81aafa8f456f" providerId="LiveId" clId="{526C6DC9-8CAC-417B-9CED-3580957C3220}" dt="2026-07-10T19:59:07.159" v="711" actId="478"/>
          <ac:spMkLst>
            <pc:docMk/>
            <pc:sldMk cId="1668912797" sldId="266"/>
            <ac:spMk id="5" creationId="{00000000-0000-0000-0000-000000000000}"/>
          </ac:spMkLst>
        </pc:spChg>
        <pc:spChg chg="del">
          <ac:chgData name="Mohamed Wael" userId="cf7d81aafa8f456f" providerId="LiveId" clId="{526C6DC9-8CAC-417B-9CED-3580957C3220}" dt="2026-07-10T19:58:51.525" v="704" actId="478"/>
          <ac:spMkLst>
            <pc:docMk/>
            <pc:sldMk cId="1668912797" sldId="266"/>
            <ac:spMk id="6" creationId="{00000000-0000-0000-0000-000000000000}"/>
          </ac:spMkLst>
        </pc:spChg>
        <pc:spChg chg="add del">
          <ac:chgData name="Mohamed Wael" userId="cf7d81aafa8f456f" providerId="LiveId" clId="{526C6DC9-8CAC-417B-9CED-3580957C3220}" dt="2026-07-10T19:59:07.159" v="711" actId="478"/>
          <ac:spMkLst>
            <pc:docMk/>
            <pc:sldMk cId="1668912797" sldId="266"/>
            <ac:spMk id="8" creationId="{00000000-0000-0000-0000-000000000000}"/>
          </ac:spMkLst>
        </pc:spChg>
        <pc:spChg chg="add del mod">
          <ac:chgData name="Mohamed Wael" userId="cf7d81aafa8f456f" providerId="LiveId" clId="{526C6DC9-8CAC-417B-9CED-3580957C3220}" dt="2026-07-10T19:58:59.994" v="708"/>
          <ac:spMkLst>
            <pc:docMk/>
            <pc:sldMk cId="1668912797" sldId="266"/>
            <ac:spMk id="11" creationId="{847ECD8F-2871-4260-8150-2A92C26B2B87}"/>
          </ac:spMkLst>
        </pc:spChg>
        <pc:spChg chg="add del mod">
          <ac:chgData name="Mohamed Wael" userId="cf7d81aafa8f456f" providerId="LiveId" clId="{526C6DC9-8CAC-417B-9CED-3580957C3220}" dt="2026-07-10T19:58:59.994" v="708"/>
          <ac:spMkLst>
            <pc:docMk/>
            <pc:sldMk cId="1668912797" sldId="266"/>
            <ac:spMk id="12" creationId="{1B1B51C7-8EDB-4766-9716-158FDCF50C38}"/>
          </ac:spMkLst>
        </pc:spChg>
        <pc:spChg chg="add del mod">
          <ac:chgData name="Mohamed Wael" userId="cf7d81aafa8f456f" providerId="LiveId" clId="{526C6DC9-8CAC-417B-9CED-3580957C3220}" dt="2026-07-10T19:58:59.994" v="708"/>
          <ac:spMkLst>
            <pc:docMk/>
            <pc:sldMk cId="1668912797" sldId="266"/>
            <ac:spMk id="14" creationId="{2934E029-BF32-4DE3-B262-024EECD0E9D9}"/>
          </ac:spMkLst>
        </pc:spChg>
        <pc:spChg chg="add del mod">
          <ac:chgData name="Mohamed Wael" userId="cf7d81aafa8f456f" providerId="LiveId" clId="{526C6DC9-8CAC-417B-9CED-3580957C3220}" dt="2026-07-10T19:58:59.994" v="708"/>
          <ac:spMkLst>
            <pc:docMk/>
            <pc:sldMk cId="1668912797" sldId="266"/>
            <ac:spMk id="16" creationId="{4649E765-77DF-4E5F-8CBF-1E81AA8D8F77}"/>
          </ac:spMkLst>
        </pc:spChg>
        <pc:spChg chg="add mod">
          <ac:chgData name="Mohamed Wael" userId="cf7d81aafa8f456f" providerId="LiveId" clId="{526C6DC9-8CAC-417B-9CED-3580957C3220}" dt="2026-07-10T20:00:16.044" v="732" actId="20577"/>
          <ac:spMkLst>
            <pc:docMk/>
            <pc:sldMk cId="1668912797" sldId="266"/>
            <ac:spMk id="21" creationId="{F31BB674-E449-45DB-962F-60572EA4BA93}"/>
          </ac:spMkLst>
        </pc:spChg>
        <pc:picChg chg="add del">
          <ac:chgData name="Mohamed Wael" userId="cf7d81aafa8f456f" providerId="LiveId" clId="{526C6DC9-8CAC-417B-9CED-3580957C3220}" dt="2026-07-10T19:59:07.159" v="711" actId="478"/>
          <ac:picMkLst>
            <pc:docMk/>
            <pc:sldMk cId="1668912797" sldId="266"/>
            <ac:picMk id="7" creationId="{00000000-0000-0000-0000-000000000000}"/>
          </ac:picMkLst>
        </pc:picChg>
        <pc:picChg chg="add mod">
          <ac:chgData name="Mohamed Wael" userId="cf7d81aafa8f456f" providerId="LiveId" clId="{526C6DC9-8CAC-417B-9CED-3580957C3220}" dt="2026-07-10T19:59:47.335" v="719" actId="1076"/>
          <ac:picMkLst>
            <pc:docMk/>
            <pc:sldMk cId="1668912797" sldId="266"/>
            <ac:picMk id="9" creationId="{681105E7-7755-4561-90BE-938085DECD7F}"/>
          </ac:picMkLst>
        </pc:picChg>
        <pc:picChg chg="add del">
          <ac:chgData name="Mohamed Wael" userId="cf7d81aafa8f456f" providerId="LiveId" clId="{526C6DC9-8CAC-417B-9CED-3580957C3220}" dt="2026-07-10T19:59:07.159" v="711" actId="478"/>
          <ac:picMkLst>
            <pc:docMk/>
            <pc:sldMk cId="1668912797" sldId="266"/>
            <ac:picMk id="10" creationId="{D13ADBDC-7086-4A69-903C-23B65B47FD3E}"/>
          </ac:picMkLst>
        </pc:picChg>
        <pc:picChg chg="del mod">
          <ac:chgData name="Mohamed Wael" userId="cf7d81aafa8f456f" providerId="LiveId" clId="{526C6DC9-8CAC-417B-9CED-3580957C3220}" dt="2026-07-10T19:58:50.216" v="703" actId="478"/>
          <ac:picMkLst>
            <pc:docMk/>
            <pc:sldMk cId="1668912797" sldId="266"/>
            <ac:picMk id="13" creationId="{1C6D1F56-5A50-4B03-A4C5-9EECDA9923A1}"/>
          </ac:picMkLst>
        </pc:picChg>
        <pc:picChg chg="add del mod">
          <ac:chgData name="Mohamed Wael" userId="cf7d81aafa8f456f" providerId="LiveId" clId="{526C6DC9-8CAC-417B-9CED-3580957C3220}" dt="2026-07-10T19:58:59.994" v="708"/>
          <ac:picMkLst>
            <pc:docMk/>
            <pc:sldMk cId="1668912797" sldId="266"/>
            <ac:picMk id="15" creationId="{377EF59F-EB8A-465E-99BA-D0568CCAF242}"/>
          </ac:picMkLst>
        </pc:picChg>
        <pc:picChg chg="add del mod">
          <ac:chgData name="Mohamed Wael" userId="cf7d81aafa8f456f" providerId="LiveId" clId="{526C6DC9-8CAC-417B-9CED-3580957C3220}" dt="2026-07-10T19:58:59.994" v="708"/>
          <ac:picMkLst>
            <pc:docMk/>
            <pc:sldMk cId="1668912797" sldId="266"/>
            <ac:picMk id="17" creationId="{910BF5D6-CB6B-4DC4-9D65-7CB0629C42E0}"/>
          </ac:picMkLst>
        </pc:picChg>
        <pc:picChg chg="add del mod">
          <ac:chgData name="Mohamed Wael" userId="cf7d81aafa8f456f" providerId="LiveId" clId="{526C6DC9-8CAC-417B-9CED-3580957C3220}" dt="2026-07-10T19:59:06.186" v="710"/>
          <ac:picMkLst>
            <pc:docMk/>
            <pc:sldMk cId="1668912797" sldId="266"/>
            <ac:picMk id="18" creationId="{75DBA70B-A077-4F8B-A9C5-8E468926CA00}"/>
          </ac:picMkLst>
        </pc:picChg>
        <pc:picChg chg="add mod">
          <ac:chgData name="Mohamed Wael" userId="cf7d81aafa8f456f" providerId="LiveId" clId="{526C6DC9-8CAC-417B-9CED-3580957C3220}" dt="2026-07-10T19:59:08.998" v="712"/>
          <ac:picMkLst>
            <pc:docMk/>
            <pc:sldMk cId="1668912797" sldId="266"/>
            <ac:picMk id="19" creationId="{EAE7CBE1-C017-49A8-A19B-9B4EB9CDC30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511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129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11" y="0"/>
            <a:ext cx="391025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93920" y="2128763"/>
            <a:ext cx="3953962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EuroSAT Land Cover Classification</a:t>
            </a:r>
            <a:endParaRPr lang="en-US" sz="2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BFAD1-BFED-45F3-A64D-3B57002D7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577" y="4838657"/>
            <a:ext cx="1419423" cy="3048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38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189732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We're Building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1552947"/>
            <a:ext cx="262823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automated system that classifies satellite images into land cover types: forests, rivers, highways, residential zones, and agricultural fields using deep learning.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24339" y="2828776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3191991"/>
            <a:ext cx="2628230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land cover classification at scale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 manual interpretation bottlenecks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end-to-end AI pipeline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the model as a REST API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A06588-0587-4C56-B0C5-944A98CD5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577" y="4838657"/>
            <a:ext cx="1419423" cy="3048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3051753" cy="55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Details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6119" y="1901952"/>
            <a:ext cx="3521145" cy="396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rcRect t="6064" b="4799"/>
          <a:stretch/>
        </p:blipFill>
        <p:spPr>
          <a:xfrm>
            <a:off x="2538342" y="1259560"/>
            <a:ext cx="4067315" cy="3695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E27CF7-20E8-40D9-969E-8B6E42B88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775" y="4802860"/>
            <a:ext cx="1419225" cy="3048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14940FB-8073-4772-839D-EB7021993E04}"/>
              </a:ext>
            </a:extLst>
          </p:cNvPr>
          <p:cNvSpPr txBox="1"/>
          <p:nvPr/>
        </p:nvSpPr>
        <p:spPr>
          <a:xfrm>
            <a:off x="427539" y="917554"/>
            <a:ext cx="529200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>
                <a:solidFill>
                  <a:schemeClr val="bg2">
                    <a:lumMod val="50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Kaggle: https://www.kaggle.com/datasets/apollo2506/eurosat-dataset</a:t>
            </a:r>
            <a:endParaRPr lang="en-US" sz="6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Exploratory Data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dataset is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nearly perfectly balanced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all 10 classes, minimizing class bias and ensuring reliable model training. Each class has roughly 1750 - 2400 samples, providing sufficient data for robust generalization.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907060"/>
            <a:ext cx="3902943" cy="1006376"/>
          </a:xfrm>
          <a:prstGeom prst="roundRect">
            <a:avLst>
              <a:gd name="adj" fmla="val 5917"/>
            </a:avLst>
          </a:prstGeom>
          <a:solidFill>
            <a:srgbClr val="DADB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460" y="3122116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070027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datasets lead to fairer evaluation metrics and more trustworthy predictions across all land cover types.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3ADBDC-7086-4A69-903C-23B65B47F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775" y="4838700"/>
            <a:ext cx="1419225" cy="304800"/>
          </a:xfrm>
          <a:prstGeom prst="rect">
            <a:avLst/>
          </a:prstGeom>
        </p:spPr>
      </p:pic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1C6D1F56-5A50-4B03-A4C5-9EECDA9923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1317650"/>
            <a:ext cx="3902943" cy="28093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AE7CBE1-C017-49A8-A19B-9B4EB9CDC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775" y="4838700"/>
            <a:ext cx="1419225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1105E7-7755-4561-90BE-938085DEC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71" y="1137663"/>
            <a:ext cx="7932658" cy="322859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31BB674-E449-45DB-962F-60572EA4BA93}"/>
              </a:ext>
            </a:extLst>
          </p:cNvPr>
          <p:cNvSpPr txBox="1"/>
          <p:nvPr/>
        </p:nvSpPr>
        <p:spPr>
          <a:xfrm>
            <a:off x="605671" y="40790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Samples: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912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Pipeline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rcRect t="7895" b="11092"/>
          <a:stretch/>
        </p:blipFill>
        <p:spPr>
          <a:xfrm>
            <a:off x="778776" y="843200"/>
            <a:ext cx="7586448" cy="3457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4961632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483DF-A35A-4BFE-9667-767DF5174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775" y="4809232"/>
            <a:ext cx="1419225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881" y="345139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Preprocessing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5139728" y="1334576"/>
            <a:ext cx="26599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Preprocessing Steps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6866" y="1799304"/>
            <a:ext cx="182687" cy="18268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46853" y="1798738"/>
            <a:ext cx="226404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Resize to 224×224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6866" y="2286529"/>
            <a:ext cx="182687" cy="1826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46853" y="2286529"/>
            <a:ext cx="2264048" cy="285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Median Blur for noise reduction</a:t>
            </a:r>
            <a:endParaRPr lang="en-US" sz="11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4964" y="2773754"/>
            <a:ext cx="182687" cy="18268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646853" y="2773754"/>
            <a:ext cx="2865993" cy="217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CLAHE Enhancement for contrast boost</a:t>
            </a:r>
            <a:endParaRPr lang="en-US" sz="11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7196" y="3260979"/>
            <a:ext cx="182687" cy="18268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383832" y="3557931"/>
            <a:ext cx="226404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1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6866" y="3745181"/>
            <a:ext cx="182687" cy="182687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646853" y="3266600"/>
            <a:ext cx="226404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Normalize pixel values</a:t>
            </a:r>
            <a:endParaRPr lang="en-US" sz="1150" dirty="0"/>
          </a:p>
        </p:txBody>
      </p:sp>
      <p:sp>
        <p:nvSpPr>
          <p:cNvPr id="16" name="Text 7"/>
          <p:cNvSpPr/>
          <p:nvPr/>
        </p:nvSpPr>
        <p:spPr>
          <a:xfrm>
            <a:off x="5642089" y="3748282"/>
            <a:ext cx="3001027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Augmentation: flip, brightness</a:t>
            </a:r>
            <a:endParaRPr lang="en-US" sz="11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94AC511-4E87-41E5-88AE-B9325F881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4775" y="4838700"/>
            <a:ext cx="1419225" cy="304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C74BC69-9D8E-44BA-951B-B824C6ACF9D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848"/>
          <a:stretch/>
        </p:blipFill>
        <p:spPr>
          <a:xfrm>
            <a:off x="496120" y="776528"/>
            <a:ext cx="4075880" cy="41832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095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Process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70310"/>
            <a:ext cx="26387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Configuration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21717" y="2571228"/>
            <a:ext cx="2638797" cy="859185"/>
          </a:xfrm>
          <a:prstGeom prst="roundRect">
            <a:avLst>
              <a:gd name="adj" fmla="val 6605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5828" y="2725339"/>
            <a:ext cx="233057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5828" y="3065188"/>
            <a:ext cx="233057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Adam with adaptive learning rate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21717" y="3559149"/>
            <a:ext cx="2638797" cy="1070297"/>
          </a:xfrm>
          <a:prstGeom prst="roundRect">
            <a:avLst>
              <a:gd name="adj" fmla="val 5302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5828" y="3713260"/>
            <a:ext cx="233057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Callbacks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5828" y="4053109"/>
            <a:ext cx="233057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EarlyStopping + ReduceLROnPlateau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69332" y="1252091"/>
            <a:ext cx="51832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Two-Phase Training Strategy</a:t>
            </a:r>
            <a:endParaRPr lang="en-US" sz="13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619" y="1608088"/>
            <a:ext cx="5122664" cy="234448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22075" y="3395835"/>
            <a:ext cx="961748" cy="18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Fine-Tune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10009" y="3395835"/>
            <a:ext cx="961748" cy="18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2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04531" y="3395835"/>
            <a:ext cx="961748" cy="18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772703" y="3395835"/>
            <a:ext cx="961748" cy="18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469332" y="4097462"/>
            <a:ext cx="518323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Freezing the base first preserves learned features; fine-tuning then adapts them to satellite imagery specifics.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6A302E-CF1B-4984-AE5D-C1685D657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775" y="4838700"/>
            <a:ext cx="1419225" cy="304800"/>
          </a:xfrm>
          <a:prstGeom prst="rect">
            <a:avLst/>
          </a:prstGeom>
        </p:spPr>
      </p:pic>
      <p:sp>
        <p:nvSpPr>
          <p:cNvPr id="22" name="Shape 2">
            <a:extLst>
              <a:ext uri="{FF2B5EF4-FFF2-40B4-BE49-F238E27FC236}">
                <a16:creationId xmlns:a16="http://schemas.microsoft.com/office/drawing/2014/main" id="{F9D644CA-16DB-4DE4-BE57-9E53B3095E05}"/>
              </a:ext>
            </a:extLst>
          </p:cNvPr>
          <p:cNvSpPr/>
          <p:nvPr/>
        </p:nvSpPr>
        <p:spPr>
          <a:xfrm>
            <a:off x="496119" y="1546733"/>
            <a:ext cx="2638797" cy="859185"/>
          </a:xfrm>
          <a:prstGeom prst="roundRect">
            <a:avLst>
              <a:gd name="adj" fmla="val 6605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200F1CEF-89BE-4EA3-BB83-38E32C7E41A4}"/>
              </a:ext>
            </a:extLst>
          </p:cNvPr>
          <p:cNvSpPr/>
          <p:nvPr/>
        </p:nvSpPr>
        <p:spPr>
          <a:xfrm>
            <a:off x="650230" y="1700844"/>
            <a:ext cx="233057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</a:t>
            </a:r>
            <a:endParaRPr lang="en-US" sz="13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F31145EB-B64B-4740-BD0C-BECD03B790F2}"/>
              </a:ext>
            </a:extLst>
          </p:cNvPr>
          <p:cNvSpPr/>
          <p:nvPr/>
        </p:nvSpPr>
        <p:spPr>
          <a:xfrm>
            <a:off x="650230" y="2040693"/>
            <a:ext cx="233057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Pretrained Model: EfficientNetB3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7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 Results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744939" y="209976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Test Accuracy: 98.2%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4939" y="2462984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achieved near-perfect classification on the held-out test set. Accuracy and loss curves show clean convergence with no significant overfitting validation performance closely tracks training throughout.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BBF195-5B76-4A32-9B53-16DE6A128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775" y="4838700"/>
            <a:ext cx="1419225" cy="304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38800C-47A5-40D5-9343-458F7DE55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872" y="1010231"/>
            <a:ext cx="2593300" cy="19142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12FAE6-934A-4F5B-9265-D7DC2860B2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872" y="3081982"/>
            <a:ext cx="2577534" cy="19142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794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Deployment</a:t>
            </a:r>
            <a:endParaRPr lang="en-US" sz="21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40ED4E1-7AC8-4D72-9DFD-9EFC0B54A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775" y="4821734"/>
            <a:ext cx="1419225" cy="3048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B3B202D-2B43-48A2-AB3D-5C174E385D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323"/>
          <a:stretch/>
        </p:blipFill>
        <p:spPr>
          <a:xfrm>
            <a:off x="1399627" y="974400"/>
            <a:ext cx="6348008" cy="36198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257</Words>
  <Application>Microsoft Office PowerPoint</Application>
  <PresentationFormat>On-screen Show (16:9)</PresentationFormat>
  <Paragraphs>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Inter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Mohamed Wael</cp:lastModifiedBy>
  <cp:revision>2</cp:revision>
  <dcterms:created xsi:type="dcterms:W3CDTF">2026-07-10T14:19:46Z</dcterms:created>
  <dcterms:modified xsi:type="dcterms:W3CDTF">2026-07-10T20:46:00Z</dcterms:modified>
</cp:coreProperties>
</file>